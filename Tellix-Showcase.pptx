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a Production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System with Claude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6C2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Tellix — a Windows screen recorder with live transcription, built end-to-end through directed AI collaboration.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0"/>
            <a:ext cx="64008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8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Tellix 1.0.0   •   github.com/victorjoe/tellix   • 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brief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set out to build, and the constraints that mattered.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4023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Windows tool that records the screen with audio, captures meeting participants from the speakers, shows live captions while recording, and produces a finished MP4 with embedded subtitles plus a clean transcript.
</a:t>
            </a:r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by non-technical people. No cloud calls. No API keys.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1206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828800"/>
            <a:ext cx="64008" cy="4023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— audio never leaves the machine.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.exe — non-developers shouldn't install Python.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— silent breakage is unacceptable.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MIT, public repo, license-clean dependencies.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polish — CI/CD, docs, releases page, not just a script.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 — The brief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shipped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Tellix 1.0.0 — fully working, publicly released.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64008" cy="2560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~1,500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focused modules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920240"/>
            <a:ext cx="64008" cy="2560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1488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1.0.0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0" y="3429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on GitHub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CI/CD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920240"/>
            <a:ext cx="64008" cy="2560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488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~250 MB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portable .exe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required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192024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1920240"/>
            <a:ext cx="64008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21488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26880" y="3429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offline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calls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features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3095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+ mic recording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521208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533095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System-audio capture (meetings)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521208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533095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854964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71500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83387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5715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Final-pass transcript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0" y="571500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583387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5715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subtitles in MP4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571500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583387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5715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script for old sessions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— What shipped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boxes. Every dependency justified. Nothing in the box that doesn't earn its place.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64008" cy="3108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Single-screen controls,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caption pane,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progress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342132" y="3401568"/>
            <a:ext cx="118872" cy="146304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9202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920240"/>
            <a:ext cx="64008" cy="3108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+ sounddevice + soundcard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via gdigrab,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via PortAudio,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via WASAPI loopback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76772" y="3401568"/>
            <a:ext cx="118872" cy="146304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9202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920240"/>
            <a:ext cx="64008" cy="3108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560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(CTranslate2)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291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rolling 5s + VAD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full audio, beam=5,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optional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5400000">
            <a:off x="9011412" y="3401568"/>
            <a:ext cx="118872" cy="146304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192024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920240"/>
            <a:ext cx="64008" cy="3108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21031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26880" y="2560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mux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0" y="32918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recording.mp4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embedded SRT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plain TXT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boxes run on the user's machine. No network calls except the one-time Whisper model download from HuggingFace.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— Architecture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Method: plan, then audit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writing code, write a plan — then deliberately attack it for gaps.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7548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4114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played 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6243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Platform, tech stack, transcription engine, key features — all pinned before scoping.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4015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Architecture, file layout, build order, trade-offs — committed to a doc first.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97764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1788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Re-read the plan looking for gaps. Found three real bugs before any code existed.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75488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verify, iterate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9560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Walking skeleton first; each addition followed the same plan-audit-verify loop.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1828800"/>
            <a:ext cx="58521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828800"/>
            <a:ext cx="64008" cy="4114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965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 bugs caught before code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0" y="2423160"/>
            <a:ext cx="457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23774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device conflict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265176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Original plan had FFmpeg and sounddevice both grabbing the mic — Windows mic drivers usually allow only one client. Would have killed live transcription.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474720"/>
            <a:ext cx="457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34290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GPU detection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370332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 used torch.cuda.is_available(). But faster-whisper runs on CTranslate2, not PyTorch — that check would have pulled in a useless 2 GB dependency.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4526280"/>
            <a:ext cx="457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4480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Misconceived dshow default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475488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Used audio="default" in an FFmpeg dshow example. DirectShow has no "default" mic concept — devices must be enumerated by exact name.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 — Method I: plan + audit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Method: verify every change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code edit ended with an explicit verification step. No "looks right to me, ship it".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py_compile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Catch syntax errors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every module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3282696" y="3172968"/>
            <a:ext cx="137160" cy="146304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210312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657600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703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Cross-check imports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top-level defs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117336" y="3172968"/>
            <a:ext cx="137160" cy="146304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10312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tests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703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Exercise helpers under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fake sounddevice + whisper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951976" y="3172968"/>
            <a:ext cx="137160" cy="146304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210312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9326880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E2E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0" y="3703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the .exe end-to-end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real hardware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64008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46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verification, AI-generated code looks fine and silently fails. With verification at every step, every regression is caught in seconds — not hours.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— Method II: verify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1 — when assumptions are wrong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System-audio capture (Google Meet, Zoom). The library we picked didn't do what the docs implied.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sounddevice handles WASAPI loopback via WasapiSettings(loopback=True)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 rot="5400000">
            <a:off x="4302252" y="3246120"/>
            <a:ext cx="109728" cy="182880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69164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91640"/>
            <a:ext cx="64008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released sounddevice version accepts that kwarg. The loopback path simply doesn't exist in the binding.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097012" y="3246120"/>
            <a:ext cx="109728" cy="182880"/>
          </a:xfrm>
          <a:prstGeom prst="rightTriangle">
            <a:avLst/>
          </a:prstGeom>
          <a:solidFill>
            <a:srgbClr val="47556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169164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64008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233172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Switched to the soundcard library, which exposes include_loopback=True explicitly. Two-line API swap.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6400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532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Probe the API empirically, then build. A 30-second feature test prevented a debugging session of unknown length downstream.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 — Case 1: empirical correction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2 — graceful failure beats silent failure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Transcripts came out empty. The user's audio was clearly in the file. Whisper just rejected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Forced language="en"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Made Whisper give up on any voice it didn't tag English — including accented English.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vad_filter=True on final pass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Silero VAD at default threshold dropped quiet speech entirely before Whisper saw it.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.txt file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 indistinguishable from "the script never ran". No feedback for the user.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91640"/>
            <a:ext cx="64008" cy="3657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shipped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2304288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Removed the hardcoded 'en' on both passes.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944368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off for final pass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Whisper's own no-speech detector handles silence.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584448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empty message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Empty transcript now reads: '(no speech detected — check mic.wav levels)'.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4224528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script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retranscribe.py recovers transcripts from existing sessions, no re-recording.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64008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40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715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something fails, the system should say what failed. Silent zero-byte files are debt; helpful error messages are an investment.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 — Case 2: graceful failure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3 — plan for hardware you haven't seen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Tested on one laptop, worked perfectly. On a second laptop with an Intel Smart Sound mic — total failure.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" cy="411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PaErrorCode -9999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'Undefined external error'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[MME error 1]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Windows' legacy MME audio API refused our 16 kHz mono request — the driver wanted its native 48 kHz stereo. The first laptop's mic happened to accept conversion; the second one didn't.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691640"/>
            <a:ext cx="6583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691640"/>
            <a:ext cx="64008" cy="4114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828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chain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1945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AudioCapture.start() now tries up to 7 (device, rate, channels) combinations until one opens. The callback resamples whatever it gets to 16 kHz mono.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2999232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999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260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device, native rate, native channels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33832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383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331012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device, native rate, forced mono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3767328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767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69417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device, 16 kHz, mono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12080" y="4151376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4151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407822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WASAPI default input, native 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4535424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453542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46227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WASAPI default input, native rate, stereo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0" y="4919472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49194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484632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PortAudio default, 16 kHz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12080" y="530352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53035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523036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PortAudio default, 44.1 / 48 kHz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897880"/>
            <a:ext cx="6400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852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86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that works on one machine isn't reliable; code that survives 7 hardware variations begins to be.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 — Case 3: defense in depth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the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Reliable software is more than a working binary. Tellix ships as an open-source project, not a one-off.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365760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Clean, permissive. Distribution rights spelled out.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920240"/>
            <a:ext cx="36576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NOTICE.md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third-party dep + license, with links.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920240"/>
            <a:ext cx="36576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licensing note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6517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Explicit LGPL vs GPL guidance for forkers.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40480"/>
            <a:ext cx="365760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+ .github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 repo. Nothing personal in commits.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84048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840480"/>
            <a:ext cx="36576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45720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Tag a version → .exe builds itself, attaches to release.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84048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840480"/>
            <a:ext cx="36576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HELP.md + RELEASE.md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45720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guide + release notes. Also rendered as PDFs for non-technical users.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file is intentional. Anyone forking Tellix gets a project that's ready to extend, not a script that needs cleaning up first.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 — Production polish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this demonstrates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2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principles that turn AI-assisted coding into production-grade engineering.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1920240"/>
          </a:xfrm>
          <a:prstGeom prst="rect">
            <a:avLst/>
          </a:prstGeom>
          <a:solidFill>
            <a:srgbClr val="12243B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64008" cy="1920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audit before code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6C2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biggest reliability wins came from re-reading the plan, not from clever code. Three real bugs caught before line one was written.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394960" cy="1920240"/>
          </a:xfrm>
          <a:prstGeom prst="rect">
            <a:avLst/>
          </a:prstGeom>
          <a:solidFill>
            <a:srgbClr val="12243B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103120"/>
            <a:ext cx="64008" cy="1920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change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6C2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py_compile, AST, stub-based unit tests, manual E2E. AI generates plausible code easily; only verification distinguishes plausible from correct.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394960" cy="1920240"/>
          </a:xfrm>
          <a:prstGeom prst="rect">
            <a:avLst/>
          </a:prstGeom>
          <a:solidFill>
            <a:srgbClr val="12243B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206240"/>
            <a:ext cx="64008" cy="1920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709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for graceful failure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52120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6C2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Silent zero-byte files are debt. Diagnostic messages, fallback chains, recovery scripts — these compound into a product that survives the real world.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206240"/>
            <a:ext cx="5394960" cy="1920240"/>
          </a:xfrm>
          <a:prstGeom prst="rect">
            <a:avLst/>
          </a:prstGeom>
          <a:solidFill>
            <a:srgbClr val="12243B"/>
          </a:solidFill>
          <a:ln w="6350">
            <a:solidFill>
              <a:srgbClr val="1B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4206240"/>
            <a:ext cx="64008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43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709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polish is part of the product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52120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6C2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License, CI/CD, third-party attribution, distribution path. The .exe is one deliverable; the repo around it is another.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Tellix is live.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6C2D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collaboratively with Claude — verified, hardened, documented, released.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64008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github.com/victorjoe/tellix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64008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4480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Tellix 1.0.0 — single-file .exe, ~250 MB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6400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HELP.md + RELEASE.md (PDF + Markdown)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Tellix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Tellix — Building a Production AI System with Claude</dc:title>
  <dc:subject>PptxGenJS Presentation</dc:subject>
  <dc:creator>Tellix project</dc:creator>
  <cp:lastModifiedBy>Tellix project</cp:lastModifiedBy>
  <cp:revision>1</cp:revision>
  <dcterms:created xsi:type="dcterms:W3CDTF">2026-05-13T13:24:59Z</dcterms:created>
  <dcterms:modified xsi:type="dcterms:W3CDTF">2026-05-13T13:24:59Z</dcterms:modified>
</cp:coreProperties>
</file>